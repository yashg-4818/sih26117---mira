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B3C5D"/>
                </a:solidFill>
                <a:latin typeface="Calibri"/>
              </a:rPr>
              <a:t>P-2104B: Return to Service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55F6B"/>
                </a:solidFill>
                <a:latin typeface="Calibri"/>
              </a:rPr>
              <a:t>Mangalore Refinery and Petrochemicals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F6B"/>
                </a:solidFill>
                <a:latin typeface="Calibri"/>
              </a:rPr>
              <a:t>Sovereign AI Workbench - On-premise agentic document intelligence</a:t>
            </a:r>
          </a:p>
          <a:p>
            <a:r>
              <a:rPr sz="1200" b="0" i="1">
                <a:solidFill>
                  <a:srgbClr val="555F6B"/>
                </a:solidFill>
                <a:latin typeface="Calibri"/>
              </a:rPr>
              <a:t>Generated on-premise 2026-09-03 20:14:15 | model qwen2.5:7b-instruct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3C5D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Calibri"/>
              </a:rPr>
              <a:t>•  Pump P-2104B must not be returned to service on its existing seal arrangement. Vibration has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risen from 3.9 mm/s to 9.6 mm/s over eight weeks, crossing the 7.1 mm/s alert threshold on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2026-08-13 [VIB-CDU2-2026_Vibration_Log.xlsx, sheet Readings].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3C5D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Calibri"/>
              </a:rPr>
              <a:t>•  Overall velocity reached 9.6 mm/s on 2026-08-27, which is 87% of the 11.0 mm/s trip limit [VIB-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CDU2-2026_Vibration_Log.xlsx, sheet Limits].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•  The August seal failure on the same machine was attributed to Plan 52 pot level loss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[INC-2026-0042_Seal_Failure_P-2104B.pdf, p.2].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•  HAZOP action H7-03 covering seal-pot low-level alarms remains OVERDUE [HAZOP-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CDU2-2024_Node7_Action_Register.pdf, p.1].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3C5D"/>
                </a:solidFill>
                <a:latin typeface="Calibri"/>
              </a:rPr>
              <a:t>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Calibri"/>
              </a:rPr>
              <a:t>•  Seal kit SK-682-2104-A3 shows zero on hand with a 45-day lead time [SPR-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ROT-001_Spares_Inventory.xlsx, sheet Stock].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•  Hot work in CDU-2 is suspended until 2026-11-30 under circular SC-2026-11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[SC-2026-11_Hot_Work_Restriction_CDU2.pdf, p.1].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•  Two operators have lapsed competency for the changeover SOP [TRN-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CDU2-MATRIX_Competency_Matrix.xlsx, sheet Matrix].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3C5D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Calibri"/>
              </a:rPr>
              <a:t>•  Raise an expedite request against the seal kit, close H7-03 before restart, and run the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changeover on P-2104A per SOP-CDU2-014 Rev 4 step 7 [SOP-CDU2-014_Rev4_Pump_Changeover.pdf,</a:t>
            </a:r>
          </a:p>
          <a:p>
            <a:r>
              <a:rPr sz="1500" b="0" i="0">
                <a:solidFill>
                  <a:srgbClr val="1A1A1A"/>
                </a:solidFill>
                <a:latin typeface="Calibri"/>
              </a:rPr>
              <a:t>    p.3].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B3C5D"/>
                </a:solidFill>
                <a:latin typeface="Calibri"/>
              </a:rPr>
              <a:t>chart P 2104B overall vibration velocity 20260903 201415</a:t>
            </a:r>
          </a:p>
        </p:txBody>
      </p:sp>
      <p:pic>
        <p:nvPicPr>
          <p:cNvPr id="4" name="Picture 3" descr="chart_P_2104B_overall_vibration_velocity_20260903_2014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04" y="1234440"/>
            <a:ext cx="1021928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4A1E"/>
                </a:solidFill>
                <a:latin typeface="Calibri"/>
              </a:rPr>
              <a:t>Provenance and chain of custody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Generated:  2026-09-03 20:14:15 (on-premise)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Model:  qwen2.5:7b-instruct served locally at http://127.0.0.1:11434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Question:  Can we return P-2104B to service, and what is blocking the seal upgrade?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Sources cited:  6 document reference(s)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Audit chain:  32 records, intact, head 2bb426b247195b1262286dfd1bb272df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Session:  4194ed5e9f57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Sources: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1. VIB-CDU2-2026_Vibration_Log.xlsx, sheet Readings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2. INC-2026-0042_Seal_Failure_P-2104B.pdf, p.2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3. HAZOP-CDU2-2024_Node7_Action_Register.pdf, p.1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4. SPR-ROT-001_Spares_Inventory.xlsx, sheet Stock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5. SC-2026-11_Hot_Work_Restriction_CDU2.pdf, p.1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  6. SOP-CDU2-014_Rev4_Pump_Changeover.pdf, p.3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555F6B"/>
                </a:solidFill>
                <a:latin typeface="Calibri"/>
              </a:rPr>
              <a:t>Generated on-premise by the Sovereign AI Workbench. No data left this machine. Source documents are synthetic prototype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